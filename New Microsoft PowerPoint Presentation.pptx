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848"/>
    <a:srgbClr val="2A3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6" d="100"/>
          <a:sy n="56" d="100"/>
        </p:scale>
        <p:origin x="965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7B82F-F265-1747-A7EE-E51241C38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E875D-1FF7-3512-6EA9-3EDBFD909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B11FE-35A3-2DB9-4F7B-1D26A6AB0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84F21-FC07-AD19-895B-B11EB334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4DF16-8F64-F14D-84C8-9C87186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6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5C93-0485-C384-5B2E-72BF7C361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02209-C267-DC85-E2A7-31E61A00E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A5406-70DE-F095-5063-10C14A02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BF7FD-3930-1946-7EC6-11D3C32C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12B8-36CF-08B2-7057-E087C23C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6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42C8B-5121-769E-FCC2-11CAFB50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BAC5F-4D44-567C-8059-07105994A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045C0-FDBA-7F68-30C1-12036043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923AA-E158-60CA-7CE5-DCAFDF49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4E344-166C-DD12-C0A9-07EEC649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6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39EDD-22A5-572C-547C-314259FD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21CA5-731E-31D6-63B8-8BAD048C6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45088-6083-8187-2C28-47EED01CE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1AA26-07BE-C7F7-9D87-21B055AB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629C-43F3-8342-465C-B449EE577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DC362-9FFB-63CE-949B-F98FEC37E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3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FCB0D-54D8-58EC-92EC-650DC0437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0168C-5495-A9BC-7F36-990509537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184AF-34AE-5F21-F3BC-BE25274FB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55DB1-0B11-5FDA-84B0-3BD716EAA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9A0173-FA14-0AB4-38CE-E3C3558BF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B3D77-34ED-01F6-DEB0-224E48B0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84BE-FB7A-6BDB-96B3-D269C47E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D9A42-3CAF-3C66-2C99-F1F59B28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8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AD2E-61F4-575D-A868-A7CBB124D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662A8-FA62-6F68-1DC7-3F6896387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EEF39-D91B-B67F-1ED6-8C890E20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5056F-1031-377C-76CE-E7D2F0AA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6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B4EC1-CF1E-965C-26E0-E63D6EF2A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02E704-7026-57B4-E180-C099A3D9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EF3AE-440B-9A01-0C9C-8F2574BC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36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625A-8D05-EE24-FC55-9FB532E4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494B2-89EA-9266-061D-60E674AE7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212EF-EEB1-66DC-B4D0-E1EC1C1E4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C76A3-3F28-CA78-DBB2-FFDF5067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D7740-C776-F473-F741-B915A119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A4560-B1C7-8180-A059-291CA75B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5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37F0-33BF-7BB9-1F0E-4183C6DA5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9FBD1-CCC4-D4F2-6564-3D28C90B2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2957D-42C3-1090-42E2-F96B5F389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9330F-182D-5D11-4AA8-AB91AA42A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5A8C1-ECA3-FB33-8140-FFD9D9E5D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8064-4FBB-57C9-F968-3C1FBCC2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370B-F72F-5314-84A2-6E656293A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E2798-E9B2-0A42-B02A-083F5CC81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F635C-83EA-0093-B4E7-910A24A72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FCB0C-19B3-DEC3-DC08-CBFF57108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0F329-AF71-17C9-2DB3-FE3C66AD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7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51217-D5B1-EEED-C82A-6E0560DFB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1CEBE-CE26-D6D4-E35B-4F4496E4F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9809B-B46C-E50C-909A-2DCC12FE3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1FAF5-18E8-E0C7-100F-B600FE45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93200-1F8C-0113-30F5-637A188EA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3721ED-A995-D58A-F0C2-28BDC119C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458D7-59E4-A0D9-AE53-86D8596FA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AF273-1422-F110-C326-329D01B93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D9795-704A-457D-8886-EDC0C886CB0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1F4F5-94DD-D778-61A4-07DC2707B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7FE58-5006-1552-A6DE-9D88EA30C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D0687-94A0-4590-A1C1-11C222FDE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1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4CBBC48-4FDD-99E6-D82B-070714A9084B}"/>
              </a:ext>
            </a:extLst>
          </p:cNvPr>
          <p:cNvGrpSpPr/>
          <p:nvPr/>
        </p:nvGrpSpPr>
        <p:grpSpPr>
          <a:xfrm>
            <a:off x="3810000" y="0"/>
            <a:ext cx="4572000" cy="6858000"/>
            <a:chOff x="3810000" y="0"/>
            <a:chExt cx="4572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D3D5BB8-BB6C-D6E7-45D6-C2521145A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0" y="0"/>
              <a:ext cx="4572000" cy="6858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99DAA9E-8A03-81C2-7703-519342B41BC5}"/>
                </a:ext>
              </a:extLst>
            </p:cNvPr>
            <p:cNvSpPr/>
            <p:nvPr/>
          </p:nvSpPr>
          <p:spPr>
            <a:xfrm>
              <a:off x="6531429" y="1175657"/>
              <a:ext cx="1654629" cy="508520"/>
            </a:xfrm>
            <a:prstGeom prst="rect">
              <a:avLst/>
            </a:prstGeom>
            <a:solidFill>
              <a:srgbClr val="273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EA13B15-17D6-1374-D03A-39160CA91F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3756"/>
            <a:stretch/>
          </p:blipFill>
          <p:spPr bwMode="auto">
            <a:xfrm>
              <a:off x="6316031" y="1239764"/>
              <a:ext cx="852196" cy="4346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85B44EC-868E-3A2D-E2FB-EFDC7DC63C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319"/>
            <a:stretch/>
          </p:blipFill>
          <p:spPr bwMode="auto">
            <a:xfrm>
              <a:off x="7011875" y="1311215"/>
              <a:ext cx="1300849" cy="2972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0871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Mostafa</dc:creator>
  <cp:lastModifiedBy>Mostafa</cp:lastModifiedBy>
  <cp:revision>1</cp:revision>
  <dcterms:created xsi:type="dcterms:W3CDTF">2025-04-10T11:26:44Z</dcterms:created>
  <dcterms:modified xsi:type="dcterms:W3CDTF">2025-04-10T13:27:07Z</dcterms:modified>
</cp:coreProperties>
</file>